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3c07f7ad1a1_2_4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07f7ad1a1_2_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c07f7ad1a1_2_5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fe2c86cd55e4d56_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g2fe2c86cd55e4d56_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07f7ad1a1_2_6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3c07f7ad1a1_2_7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c07f7ad1a1_2_8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3c07f7ad1a1_2_8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c07f7ad1a1_2_9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3c07f7ad1a1_2_10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07f7ad1a1_2_10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g3c07f7ad1a1_2_1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c07f7ad1a1_2_12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c07f7ad1a1_2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2" Type="http://schemas.openxmlformats.org/officeDocument/2006/relationships/hyperlink" Target="https://pricepulse-ai.onrender.com/" TargetMode="External"/><Relationship Id="rId1" Type="http://schemas.openxmlformats.org/officeDocument/2006/relationships/hyperlink" Target="https://25a31a05et-ops.github.io/pricepulse-AI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31724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 panose="020B0604020202020204"/>
              <a:buNone/>
            </a:pPr>
            <a:r>
              <a:rPr lang="en-GB" sz="4000" b="1" i="0" u="none" strike="noStrike" cap="none">
                <a:solidFill>
                  <a:schemeClr val="accent1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Google Sans"/>
              </a:rPr>
              <a:t>Guidelines</a:t>
            </a:r>
            <a:endParaRPr lang="en-GB" sz="4000" b="1" i="0" u="none" strike="noStrike" cap="none">
              <a:solidFill>
                <a:schemeClr val="accent1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b="0" i="0" u="none" strike="noStrike" cap="none">
                <a:solidFill>
                  <a:srgbClr val="434343"/>
                </a:solidFill>
                <a:latin typeface="+mn-lt"/>
                <a:ea typeface="Google Sans"/>
                <a:cs typeface="+mn-lt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+mn-lt"/>
                <a:ea typeface="Google Sans"/>
                <a:cs typeface="+mn-lt"/>
                <a:sym typeface="Google Sans"/>
              </a:rPr>
              <a:t>prototype</a:t>
            </a:r>
            <a:r>
              <a:rPr lang="en-GB" sz="1500" b="0" i="0" u="none" strike="noStrike" cap="none">
                <a:solidFill>
                  <a:srgbClr val="434343"/>
                </a:solidFill>
                <a:latin typeface="+mn-lt"/>
                <a:ea typeface="Google Sans"/>
                <a:cs typeface="+mn-lt"/>
                <a:sym typeface="Google Sans"/>
              </a:rPr>
              <a:t>(Make a copy of the template)</a:t>
            </a:r>
            <a:endParaRPr sz="1500" b="0" i="0" u="none" strike="noStrike" cap="none">
              <a:solidFill>
                <a:srgbClr val="434343"/>
              </a:solidFill>
              <a:latin typeface="+mn-lt"/>
              <a:ea typeface="Google Sans"/>
              <a:cs typeface="+mn-lt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b="0" i="0" u="none" strike="noStrike" cap="none">
                <a:solidFill>
                  <a:srgbClr val="434343"/>
                </a:solidFill>
                <a:latin typeface="+mn-lt"/>
                <a:ea typeface="Google Sans"/>
                <a:cs typeface="+mn-lt"/>
                <a:sym typeface="Google Sans"/>
              </a:rPr>
              <a:t>One team is only required to submit one project.</a:t>
            </a:r>
            <a:endParaRPr sz="1500" b="0" i="0" u="none" strike="noStrike" cap="none">
              <a:solidFill>
                <a:srgbClr val="434343"/>
              </a:solidFill>
              <a:latin typeface="+mn-lt"/>
              <a:ea typeface="Google Sans"/>
              <a:cs typeface="+mn-lt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+mn-lt"/>
                <a:ea typeface="Google Sans"/>
                <a:cs typeface="+mn-lt"/>
                <a:sym typeface="Google Sans"/>
              </a:rPr>
              <a:t>Follow this template while preparing your presentation.</a:t>
            </a:r>
            <a:endParaRPr sz="1500" b="0" i="0" u="none" strike="noStrike" cap="none">
              <a:solidFill>
                <a:srgbClr val="434343"/>
              </a:solidFill>
              <a:latin typeface="+mn-lt"/>
              <a:ea typeface="Google Sans"/>
              <a:cs typeface="+mn-lt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b="0" i="0" u="none" strike="noStrike" cap="none">
                <a:solidFill>
                  <a:srgbClr val="434343"/>
                </a:solidFill>
                <a:latin typeface="+mn-lt"/>
                <a:ea typeface="Google Sans"/>
                <a:cs typeface="+mn-lt"/>
                <a:sym typeface="Google Sans"/>
              </a:rPr>
              <a:t>You are welcome to add as many POCs and design concepts to support your project.</a:t>
            </a:r>
            <a:endParaRPr sz="1500" b="0" i="0" u="none" strike="noStrike" cap="none">
              <a:solidFill>
                <a:srgbClr val="434343"/>
              </a:solidFill>
              <a:latin typeface="+mn-lt"/>
              <a:ea typeface="Google Sans"/>
              <a:cs typeface="+mn-lt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b="0" i="0" u="none" strike="noStrike" cap="none">
                <a:solidFill>
                  <a:srgbClr val="434343"/>
                </a:solidFill>
                <a:latin typeface="+mn-lt"/>
                <a:ea typeface="Google Sans"/>
                <a:cs typeface="+mn-lt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sz="1500" b="0" i="0" u="none" strike="noStrike" cap="none">
              <a:solidFill>
                <a:srgbClr val="434343"/>
              </a:solidFill>
              <a:latin typeface="+mn-lt"/>
              <a:ea typeface="Google Sans"/>
              <a:cs typeface="+mn-lt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b="0" i="0" u="none" strike="noStrike" cap="none">
                <a:solidFill>
                  <a:srgbClr val="434343"/>
                </a:solidFill>
                <a:latin typeface="+mn-lt"/>
                <a:ea typeface="Google Sans"/>
                <a:cs typeface="+mn-lt"/>
                <a:sym typeface="Google Sans"/>
              </a:rPr>
              <a:t>In case of queries, kindly reach out to us at </a:t>
            </a:r>
            <a:r>
              <a:rPr lang="en-GB" sz="1500">
                <a:solidFill>
                  <a:srgbClr val="434343"/>
                </a:solidFill>
                <a:latin typeface="+mn-lt"/>
                <a:ea typeface="Google Sans"/>
                <a:cs typeface="+mn-lt"/>
                <a:sym typeface="Google Sans"/>
              </a:rPr>
              <a:t>solutionch</a:t>
            </a:r>
            <a:r>
              <a:rPr lang="en-GB" sz="1500">
                <a:solidFill>
                  <a:srgbClr val="434343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Google Sans"/>
              </a:rPr>
              <a:t>allengesupport@hack2skill.com</a:t>
            </a:r>
            <a:endParaRPr sz="1500" b="0" i="0" u="none" strike="noStrike" cap="none">
              <a:solidFill>
                <a:srgbClr val="434343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3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rgbClr val="FF0000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Google Sans"/>
              </a:rPr>
              <a:t>Note</a:t>
            </a:r>
            <a:r>
              <a:rPr lang="en-GB" sz="1500" b="1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:</a:t>
            </a:r>
            <a:r>
              <a:rPr lang="en-GB" sz="1500">
                <a:solidFill>
                  <a:srgbClr val="434343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Google Sans"/>
              </a:rPr>
              <a:t> Prototype must include cloud deployment and use at least one Google AI model or service (e.g., Gemini) as part of the solution.</a:t>
            </a:r>
            <a:endParaRPr lang="en-GB" sz="1500">
              <a:solidFill>
                <a:srgbClr val="434343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800"/>
          </a:p>
        </p:txBody>
      </p:sp>
      <p:pic>
        <p:nvPicPr>
          <p:cNvPr id="190" name="Google Shape;190;p1"/>
          <p:cNvPicPr preferRelativeResize="0"/>
          <p:nvPr/>
        </p:nvPicPr>
        <p:blipFill rotWithShape="1">
          <a:blip r:embed="rId1"/>
          <a:srcRect t="47611"/>
          <a:stretch>
            <a:fillRect/>
          </a:stretch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Team Details</a:t>
            </a:r>
            <a:endParaRPr sz="18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AutoNum type="alphaLcPeriod"/>
            </a:pPr>
            <a:r>
              <a:rPr lang="en-GB" sz="18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Team name: Tech </a:t>
            </a:r>
            <a:r>
              <a:rPr lang="en-GB" sz="1800" b="1"/>
              <a:t>Nova</a:t>
            </a:r>
            <a:endParaRPr sz="18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AutoNum type="alphaLcPeriod"/>
            </a:pPr>
            <a:r>
              <a:rPr lang="en-GB" sz="18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Team leader name: Vasamsetti Jahnavi Devi</a:t>
            </a:r>
            <a:endParaRPr sz="18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AutoNum type="alphaLcPeriod"/>
            </a:pPr>
            <a:r>
              <a:rPr lang="en-GB" sz="18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Problem Statement: Users struggle to find the best deals across multiple e-commerce platforms, leading to time wastage and missed savings.</a:t>
            </a:r>
            <a:endParaRPr sz="18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92" name="Google Shape;192;p1" title="Frame 96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Brief about your solution</a:t>
            </a:r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95" name="Google Shape;195;p2" title="frameeee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"/>
          <p:cNvSpPr txBox="1"/>
          <p:nvPr/>
        </p:nvSpPr>
        <p:spPr>
          <a:xfrm>
            <a:off x="435175" y="1585248"/>
            <a:ext cx="8243700" cy="26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a. How different is it from existing ideas?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Unlike traditional price comparison websites, our solution uses AI to: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Suggest the best product based on user preferences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Provide smart recommendations (not just prices)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Display a clean, modern UI with images instead of text-heavy listings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"/>
          <p:cNvSpPr txBox="1"/>
          <p:nvPr/>
        </p:nvSpPr>
        <p:spPr>
          <a:xfrm>
            <a:off x="1260420" y="1224010"/>
            <a:ext cx="9144000" cy="26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b. How will it solve the problem?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Aggregates product data from multiple platforms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Compares prices instantly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Uses AI to recommend the best value product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Saves user time and improves decision-making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4" title="frameeee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4"/>
          <p:cNvSpPr txBox="1"/>
          <p:nvPr/>
        </p:nvSpPr>
        <p:spPr>
          <a:xfrm>
            <a:off x="-4576" y="2038636"/>
            <a:ext cx="91440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205" name="Google Shape;205;p4"/>
          <p:cNvSpPr txBox="1"/>
          <p:nvPr/>
        </p:nvSpPr>
        <p:spPr>
          <a:xfrm>
            <a:off x="1037293" y="1088549"/>
            <a:ext cx="6339300" cy="26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c. USP (Unique Selling Proposition):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AI-powered smart suggestions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User-friendly modern interface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Fast real-time comparison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Personalized recommendations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List of features offered by the solution</a:t>
            </a:r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08" name="Google Shape;208;p5" title="frameeee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5"/>
          <p:cNvSpPr txBox="1"/>
          <p:nvPr/>
        </p:nvSpPr>
        <p:spPr>
          <a:xfrm>
            <a:off x="632598" y="1405125"/>
            <a:ext cx="6895800" cy="32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Product search functionality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Price comparison across platforms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AI-based product recommendations</a:t>
            </a:r>
            <a:endParaRPr sz="18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Image-based product display UI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Responsive design (mobile + desktop)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Simple and fast navigation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Process flow diagram or Use-case diagram</a:t>
            </a:r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12" name="Google Shape;212;p6" title="frameeee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6"/>
          <p:cNvSpPr txBox="1"/>
          <p:nvPr/>
        </p:nvSpPr>
        <p:spPr>
          <a:xfrm flipH="1">
            <a:off x="1083875" y="1815000"/>
            <a:ext cx="60261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4" name="Google Shape;214;p6"/>
          <p:cNvSpPr txBox="1"/>
          <p:nvPr/>
        </p:nvSpPr>
        <p:spPr>
          <a:xfrm flipH="1">
            <a:off x="2033487" y="1343775"/>
            <a:ext cx="7278900" cy="3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User 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⬇️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Search Product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⬇️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Backend Processing 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⬇️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Fetch Data 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⬇️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 Suggestion 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⬇️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Display Results 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⬇️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User Chooses 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⬇️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Best Deal</a:t>
            </a:r>
            <a:endParaRPr lang="en-GB"/>
          </a:p>
        </p:txBody>
      </p:sp>
      <p:pic>
        <p:nvPicPr>
          <p:cNvPr id="2" name="Picture 1" descr="flow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9660" y="745490"/>
            <a:ext cx="2796540" cy="39579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Wireframes/Mock diagrams of the proposed solution (optional)</a:t>
            </a:r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17" name="Google Shape;217;p7" title="frameeee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7"/>
          <p:cNvSpPr txBox="1"/>
          <p:nvPr/>
        </p:nvSpPr>
        <p:spPr>
          <a:xfrm>
            <a:off x="993427" y="1768750"/>
            <a:ext cx="7179300" cy="15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Home Page (Search bar + trending products)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Results Page (Product cards with price comparison)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AI Suggestions Section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Architecture diagram of the proposed solution</a:t>
            </a:r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21" name="Google Shape;221;p8" title="frameeee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8"/>
          <p:cNvSpPr txBox="1"/>
          <p:nvPr/>
        </p:nvSpPr>
        <p:spPr>
          <a:xfrm>
            <a:off x="1484537" y="1744300"/>
            <a:ext cx="5525400" cy="29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Frontend (HTML, CSS, JS)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             ↓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Backend (Python Flask)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           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             ↓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API / Data Source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             ↓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AI Module (for recommendations)</a:t>
            </a:r>
            <a:endParaRPr sz="1800"/>
          </a:p>
        </p:txBody>
      </p:sp>
      <p:pic>
        <p:nvPicPr>
          <p:cNvPr id="2" name="Picture 1" descr="architecture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8110" y="997585"/>
            <a:ext cx="3429635" cy="3721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Technologies to be used in the solution</a:t>
            </a: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25" name="Google Shape;225;p9" title="frameeee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9"/>
          <p:cNvSpPr txBox="1"/>
          <p:nvPr/>
        </p:nvSpPr>
        <p:spPr>
          <a:xfrm>
            <a:off x="695452" y="1530388"/>
            <a:ext cx="5307300" cy="26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Frontend: HTML, CSS, JavaScript</a:t>
            </a:r>
            <a:endParaRPr sz="18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Backend: Python (Flask)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Version Control: GitHub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AI Integration: OpenAI API / logic-based AI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Deployment: PythonAnywhere / GitHub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Estimated implementation cost (optional)</a:t>
            </a:r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29" name="Google Shape;229;p10" title="frameeee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0"/>
          <p:cNvSpPr txBox="1"/>
          <p:nvPr/>
        </p:nvSpPr>
        <p:spPr>
          <a:xfrm>
            <a:off x="656294" y="1453950"/>
            <a:ext cx="5020500" cy="1843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 Free (student tools)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API cost: minimal </a:t>
            </a:r>
            <a:endParaRPr sz="18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Hosting: free tier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520890" y="77775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Google Sans"/>
              </a:rPr>
              <a:t>Snapshots of the MVP</a:t>
            </a:r>
            <a:endParaRPr lang="en-GB" sz="1800" b="1" i="0" u="none" strike="noStrike" cap="none">
              <a:solidFill>
                <a:srgbClr val="000000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1 prototype a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4725" y="2987040"/>
            <a:ext cx="3608070" cy="1671955"/>
          </a:xfrm>
          <a:prstGeom prst="rect">
            <a:avLst/>
          </a:prstGeom>
        </p:spPr>
      </p:pic>
      <p:pic>
        <p:nvPicPr>
          <p:cNvPr id="2" name="Picture 1" descr="2 prototype b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10" y="3095625"/>
            <a:ext cx="3339465" cy="1563370"/>
          </a:xfrm>
          <a:prstGeom prst="rect">
            <a:avLst/>
          </a:prstGeom>
        </p:spPr>
      </p:pic>
      <p:pic>
        <p:nvPicPr>
          <p:cNvPr id="3" name="Picture 2" descr="3 prptotpye c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" y="1201420"/>
            <a:ext cx="3320415" cy="1544320"/>
          </a:xfrm>
          <a:prstGeom prst="rect">
            <a:avLst/>
          </a:prstGeom>
        </p:spPr>
      </p:pic>
      <p:pic>
        <p:nvPicPr>
          <p:cNvPr id="4" name="Picture 3" descr="4 prptotype d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4725" y="1128395"/>
            <a:ext cx="3608070" cy="161734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Additional Details/Future Development (if any)</a:t>
            </a:r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33" name="Google Shape;233;p11" title="frameeee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1"/>
          <p:cNvSpPr txBox="1"/>
          <p:nvPr/>
        </p:nvSpPr>
        <p:spPr>
          <a:xfrm>
            <a:off x="495906" y="1503000"/>
            <a:ext cx="7495200" cy="21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Add real-time API integrations (Amazon, Flipkart, etc.)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Improve AI recommendations</a:t>
            </a:r>
            <a:endParaRPr sz="18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Add user login &amp; personalization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Mobile app version</a:t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Provide links to your:</a:t>
            </a:r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sz="1800"/>
              <a:t> </a:t>
            </a:r>
            <a:r>
              <a:rPr lang="en-GB"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GitHub Public Repository (</a:t>
            </a:r>
            <a:r>
              <a:rPr lang="en-GB" sz="1800" b="0" i="0" u="sng" strike="noStrike" cap="none">
                <a:solidFill>
                  <a:schemeClr val="hlink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"/>
              </a:rPr>
              <a:t>https://25a31a05et-ops.github.io/pricepulse-AI/</a:t>
            </a:r>
            <a:r>
              <a:rPr lang="en-GB"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)</a:t>
            </a:r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sz="1800"/>
              <a:t> </a:t>
            </a:r>
            <a:r>
              <a:rPr lang="en-GB"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Demo Video Link (3 Minutes)</a:t>
            </a:r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/>
              <a:buAutoNum type="arabicPeriod"/>
            </a:pPr>
            <a:r>
              <a:rPr lang="en-GB" sz="1800"/>
              <a:t> </a:t>
            </a:r>
            <a:r>
              <a:rPr lang="en-GB"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MVP Link (</a:t>
            </a:r>
            <a:r>
              <a:rPr lang="en-GB" sz="1800" b="0" i="0" u="sng" strike="noStrike" cap="none">
                <a:solidFill>
                  <a:schemeClr val="hlink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2"/>
              </a:rPr>
              <a:t>https://pricepulse-ai.onrender.com/</a:t>
            </a:r>
            <a:r>
              <a:rPr lang="en-GB"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)</a:t>
            </a:r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sz="1800"/>
              <a:t> </a:t>
            </a:r>
            <a:r>
              <a:rPr lang="en-GB"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Working Prototype Link</a:t>
            </a:r>
            <a:r>
              <a:rPr lang="en-GB" sz="1800"/>
              <a:t> (</a:t>
            </a:r>
            <a:r>
              <a:rPr lang="en-GB" sz="1800" u="sng">
                <a:solidFill>
                  <a:schemeClr val="hlink"/>
                </a:solidFill>
                <a:hlinkClick r:id="rId2"/>
              </a:rPr>
              <a:t>https://pricepulse-ai.onrender.com/</a:t>
            </a:r>
            <a:r>
              <a:rPr lang="en-GB" sz="1800"/>
              <a:t>)</a:t>
            </a:r>
            <a:endParaRPr sz="1800"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237" name="Google Shape;237;p12" title="frameeee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3023</Words>
  <Application>WPS Presentation</Application>
  <PresentationFormat/>
  <Paragraphs>149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SimSun</vt:lpstr>
      <vt:lpstr>Wingdings</vt:lpstr>
      <vt:lpstr>Arial</vt:lpstr>
      <vt:lpstr>Google Sans</vt:lpstr>
      <vt:lpstr>A bite</vt:lpstr>
      <vt:lpstr>Microsoft YaHei</vt:lpstr>
      <vt:lpstr>Arial Unicode MS</vt:lpstr>
      <vt:lpstr>Simple Light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Janu V</cp:lastModifiedBy>
  <cp:revision>4</cp:revision>
  <dcterms:created xsi:type="dcterms:W3CDTF">2026-04-27T15:46:00Z</dcterms:created>
  <dcterms:modified xsi:type="dcterms:W3CDTF">2026-04-27T15:56:30Z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05250C48064A4C2B9413B21806A836C0_13</vt:lpwstr>
  </property>
  <property fmtid="{D5CDD505-2E9C-101B-9397-08002B2CF9AE}" pid="3" name="KSOProductBuildVer">
    <vt:lpwstr>1033-12.1.0.25242</vt:lpwstr>
  </property>
</Properties>
</file>